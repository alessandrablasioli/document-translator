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Divina Commedia - Inferno - Canto primo</a:t>
            </a:r>
          </a:p>
          <a:p>
            <a:pPr>
              <a:defRPr sz="1400"/>
            </a:pPr>
            <a:r>
              <a:t>Dante Alighieri (XIV secolo)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Incomincia la Comedia di Dante Alleghieri di Fiorenza, ne la quale tratta de le pene e punimenti de' vizi e de' meriti e premi de le virtù. Comincia il canto primo de la prima parte nel qual l'auttore fa proemio a tutta l'opera.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Nel mezzo del cammin di nostra vita</a:t>
            </a:r>
          </a:p>
          <a:p>
            <a:pPr>
              <a:defRPr sz="1400"/>
            </a:pPr>
            <a:r>
              <a:t>mi ritrovai per una selva oscura,</a:t>
            </a:r>
          </a:p>
          <a:p>
            <a:pPr>
              <a:defRPr sz="1400"/>
            </a:pPr>
            <a:r>
              <a:t>ché la diritta via era smarrita.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Ahi quanto a dir qual era è cosa dura</a:t>
            </a:r>
          </a:p>
          <a:p>
            <a:pPr>
              <a:defRPr sz="1400"/>
            </a:pPr>
            <a:r>
              <a:t>esta selva selvaggia e aspra e forte</a:t>
            </a:r>
          </a:p>
          <a:p>
            <a:pPr>
              <a:defRPr sz="1400"/>
            </a:pPr>
            <a:r>
              <a:t>che nel pensier rinova la paura!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Tant'è amara che poco è più morte;</a:t>
            </a:r>
          </a:p>
          <a:p>
            <a:pPr>
              <a:defRPr sz="1400"/>
            </a:pPr>
            <a:r>
              <a:t>ma per trattar del ben ch'i' vi trovai,</a:t>
            </a:r>
          </a:p>
          <a:p>
            <a:pPr>
              <a:defRPr sz="1400"/>
            </a:pPr>
            <a:r>
              <a:t>dirò de l'altre cose ch'i' v'ho scorte.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Io non so ben ridir com'i' v'intrai,</a:t>
            </a:r>
          </a:p>
          <a:p>
            <a:pPr>
              <a:defRPr sz="1400"/>
            </a:pPr>
            <a:r>
              <a:t>tant'era pien di sonno a quel punto</a:t>
            </a:r>
          </a:p>
          <a:p>
            <a:pPr>
              <a:defRPr sz="1400"/>
            </a:pPr>
            <a:r>
              <a:t>che la verace via abbandonai.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Ma poi ch'i' fui al piè d'un colle giunto,</a:t>
            </a:r>
          </a:p>
          <a:p>
            <a:pPr>
              <a:defRPr sz="1400"/>
            </a:pPr>
            <a:r>
              <a:t>là dove terminava quella valle</a:t>
            </a:r>
          </a:p>
          <a:p>
            <a:pPr>
              <a:defRPr sz="1400"/>
            </a:pPr>
            <a:r>
              <a:t>che m'avea di paura il cor compunto,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guardai in alto e vidi le sue spalle</a:t>
            </a:r>
          </a:p>
          <a:p>
            <a:pPr>
              <a:defRPr sz="1400"/>
            </a:pPr>
            <a:r>
              <a:t>vestite già de' raggi del pianeta</a:t>
            </a:r>
          </a:p>
          <a:p>
            <a:pPr>
              <a:defRPr sz="1400"/>
            </a:pPr>
            <a:r>
              <a:t>che mena dritto altrui per ogne calle.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Allor fu la paura un poco queta,</a:t>
            </a:r>
          </a:p>
          <a:p>
            <a:pPr>
              <a:defRPr sz="1400"/>
            </a:pPr>
            <a:r>
              <a:t>che nel lago del cor m'era durata</a:t>
            </a:r>
          </a:p>
          <a:p>
            <a:pPr>
              <a:defRPr sz="1400"/>
            </a:pPr>
            <a:r>
              <a:t>la notte ch'i' passai con tanta pieta.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E come quei che con lena affannata,</a:t>
            </a:r>
          </a:p>
          <a:p>
            <a:pPr>
              <a:defRPr sz="1400"/>
            </a:pPr>
            <a:r>
              <a:t>uscito fuor del pelago a la riva,</a:t>
            </a:r>
          </a:p>
          <a:p>
            <a:pPr>
              <a:defRPr sz="1400"/>
            </a:pPr>
            <a:r>
              <a:t>si volge a l'acqua perigliosa e guata,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così l'animo mio, ch'ancor fuggiva,</a:t>
            </a:r>
          </a:p>
          <a:p>
            <a:pPr>
              <a:defRPr sz="1400"/>
            </a:pPr>
            <a:r>
              <a:t>si volse a retro a rimirar lo passo</a:t>
            </a:r>
          </a:p>
          <a:p>
            <a:pPr>
              <a:defRPr sz="1400"/>
            </a:pPr>
            <a:r>
              <a:t>che non lasciò già mai persona viva.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Poi ch'èi posato un poco il corpo lasso,</a:t>
            </a:r>
          </a:p>
          <a:p>
            <a:pPr>
              <a:defRPr sz="1400"/>
            </a:pPr>
            <a:r>
              <a:t>ripresi via per la piaggia diserta,</a:t>
            </a:r>
          </a:p>
          <a:p>
            <a:pPr>
              <a:defRPr sz="1400"/>
            </a:pPr>
            <a:r>
              <a:t>sì che 'l piè fermo sempre era 'l più basso.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Ed ecco, quasi al cominciar de l'erta,</a:t>
            </a:r>
          </a:p>
          <a:p>
            <a:pPr>
              <a:defRPr sz="1400"/>
            </a:pPr>
            <a:r>
              <a:t>una lonza leggera e presta molto,</a:t>
            </a:r>
          </a:p>
          <a:p>
            <a:pPr>
              <a:defRPr sz="1400"/>
            </a:pPr>
            <a:r>
              <a:t>che di pel macolato era coverta;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e non mi si partia dinanzi al volto,</a:t>
            </a:r>
          </a:p>
          <a:p>
            <a:pPr>
              <a:defRPr sz="1400"/>
            </a:pPr>
            <a:r>
              <a:t>anzi 'mpediva tanto il mio cammino,</a:t>
            </a:r>
          </a:p>
          <a:p>
            <a:pPr>
              <a:defRPr sz="1400"/>
            </a:pPr>
            <a:r>
              <a:t>ch'i' fui per ritornar più volte vòlto.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Temp'era dal principio del mattino,</a:t>
            </a:r>
          </a:p>
          <a:p>
            <a:pPr>
              <a:defRPr sz="1400"/>
            </a:pPr>
            <a:r>
              <a:t>e 'l sol montava 'n sù con quelle stelle</a:t>
            </a:r>
          </a:p>
          <a:p>
            <a:pPr>
              <a:defRPr sz="1400"/>
            </a:pPr>
            <a:r>
              <a:t>ch'eran con lui quando l'amor divino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mosse di prima quelle cose belle;</a:t>
            </a:r>
          </a:p>
          <a:p>
            <a:pPr>
              <a:defRPr sz="1400"/>
            </a:pPr>
            <a:r>
              <a:t>sì ch'a bene sperar m'era cagione</a:t>
            </a:r>
          </a:p>
          <a:p>
            <a:pPr>
              <a:defRPr sz="1400"/>
            </a:pPr>
            <a:r>
              <a:t>di quella fiera a la gaetta pelle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l'ora del tempo e la dolce stagione;</a:t>
            </a:r>
          </a:p>
          <a:p>
            <a:pPr>
              <a:defRPr sz="1400"/>
            </a:pPr>
            <a:r>
              <a:t>ma non sì che paura non mi desse</a:t>
            </a:r>
          </a:p>
          <a:p>
            <a:pPr>
              <a:defRPr sz="1400"/>
            </a:pPr>
            <a:r>
              <a:t>la vista che m'apparve d'un leone.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Questi parea che contra me venisse</a:t>
            </a:r>
          </a:p>
          <a:p>
            <a:pPr>
              <a:defRPr sz="1400"/>
            </a:pPr>
            <a:r>
              <a:t>con la test'alta e con rabbiosa fame,</a:t>
            </a:r>
          </a:p>
          <a:p>
            <a:pPr>
              <a:defRPr sz="1400"/>
            </a:pPr>
            <a:r>
              <a:t>sì che parea che l'aere ne tremesse.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Ed una lupa, che di tutte brame</a:t>
            </a:r>
          </a:p>
          <a:p>
            <a:pPr>
              <a:defRPr sz="1400"/>
            </a:pPr>
            <a:r>
              <a:t>sembiava carca ne la sua magrezza,</a:t>
            </a:r>
          </a:p>
          <a:p>
            <a:pPr>
              <a:defRPr sz="1400"/>
            </a:pPr>
            <a:r>
              <a:t>e molte genti fé già viver grame,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questa mi porse tanto di gravezza</a:t>
            </a:r>
          </a:p>
          <a:p>
            <a:pPr>
              <a:defRPr sz="1400"/>
            </a:pPr>
            <a:r>
              <a:t>con la paura ch'uscia di sua vista,</a:t>
            </a:r>
          </a:p>
          <a:p>
            <a:pPr>
              <a:defRPr sz="1400"/>
            </a:pPr>
            <a:r>
              <a:t>ch'io perdei la speranza de l'altezza.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E qual è quei che volontieri acquista,</a:t>
            </a:r>
          </a:p>
          <a:p>
            <a:pPr>
              <a:defRPr sz="1400"/>
            </a:pPr>
            <a:r>
              <a:t>e giugne 'l tempo che perder lo face,</a:t>
            </a:r>
          </a:p>
          <a:p>
            <a:pPr>
              <a:defRPr sz="1400"/>
            </a:pPr>
            <a:r>
              <a:t>che 'n tutti suoi pensier piange e s'attrista;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tal mi fece la bestia sanza pace,</a:t>
            </a:r>
          </a:p>
          <a:p>
            <a:pPr>
              <a:defRPr sz="1400"/>
            </a:pPr>
            <a:r>
              <a:t>che, venendomi 'ncontro, a poco a poco</a:t>
            </a:r>
          </a:p>
          <a:p>
            <a:pPr>
              <a:defRPr sz="1400"/>
            </a:pPr>
            <a:r>
              <a:t>mi ripigneva là dove 'l sol tace.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Mentre ch'i' rovinava in basso loco,</a:t>
            </a:r>
          </a:p>
          <a:p>
            <a:pPr>
              <a:defRPr sz="1400"/>
            </a:pPr>
            <a:r>
              <a:t>dinanzi a li occhi mi si fu offerto</a:t>
            </a:r>
          </a:p>
          <a:p>
            <a:pPr>
              <a:defRPr sz="1400"/>
            </a:pPr>
            <a:r>
              <a:t>chi per lungo silenzio parea fioco.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Quando vidi costui nel gran diserto,</a:t>
            </a:r>
          </a:p>
          <a:p>
            <a:pPr>
              <a:defRPr sz="1400"/>
            </a:pPr>
            <a:r>
              <a:t>"Miserere di me", gridai a lui,</a:t>
            </a:r>
          </a:p>
          <a:p>
            <a:pPr>
              <a:defRPr sz="1400"/>
            </a:pPr>
            <a:r>
              <a:t>"qual che tu sii, od ombra od omo certo!".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Rispuosemi: "Non omo, omo già fui,</a:t>
            </a:r>
          </a:p>
          <a:p>
            <a:pPr>
              <a:defRPr sz="1400"/>
            </a:pPr>
            <a:r>
              <a:t>e li parenti miei furon lombardi,</a:t>
            </a:r>
          </a:p>
          <a:p>
            <a:pPr>
              <a:defRPr sz="1400"/>
            </a:pPr>
            <a:r>
              <a:t>mantoani per patrïa ambedui.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Nacqui sub Iulio, ancor che fosse tardi,</a:t>
            </a:r>
          </a:p>
          <a:p>
            <a:pPr>
              <a:defRPr sz="1400"/>
            </a:pPr>
            <a:r>
              <a:t>e vissi a Roma sotto 'l buono Augusto</a:t>
            </a:r>
          </a:p>
          <a:p>
            <a:pPr>
              <a:defRPr sz="1400"/>
            </a:pPr>
            <a:r>
              <a:t>nel tempo de li dèi falsi e bugiardi.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Poeta fui, e cantai di quel giusto</a:t>
            </a:r>
          </a:p>
          <a:p>
            <a:pPr>
              <a:defRPr sz="1400"/>
            </a:pPr>
            <a:r>
              <a:t>figliuol d'Anchise che venne di Troia,</a:t>
            </a:r>
          </a:p>
          <a:p>
            <a:pPr>
              <a:defRPr sz="1400"/>
            </a:pPr>
            <a:r>
              <a:t>poi che 'l superbo Ilïón fu combusto.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Ma tu perché ritorni a tanta noia?</a:t>
            </a:r>
          </a:p>
          <a:p>
            <a:pPr>
              <a:defRPr sz="1400"/>
            </a:pPr>
            <a:r>
              <a:t>perché non sali il dilettoso monte</a:t>
            </a:r>
          </a:p>
          <a:p>
            <a:pPr>
              <a:defRPr sz="1400"/>
            </a:pPr>
            <a:r>
              <a:t>ch'è principio e cagion di tutta gioia?".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"Or se' tu quel Virgilio e quella fonte</a:t>
            </a:r>
          </a:p>
          <a:p>
            <a:pPr>
              <a:defRPr sz="1400"/>
            </a:pPr>
            <a:r>
              <a:t>che spandi di parlar sì largo fiume?",</a:t>
            </a:r>
          </a:p>
          <a:p>
            <a:pPr>
              <a:defRPr sz="1400"/>
            </a:pPr>
            <a:r>
              <a:t>rispuos'io lui con vergognosa fronte.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"O de li altri poeti onore e lume,</a:t>
            </a:r>
          </a:p>
          <a:p>
            <a:pPr>
              <a:defRPr sz="1400"/>
            </a:pPr>
            <a:r>
              <a:t>vagliami 'l lungo studio e 'l grande amore</a:t>
            </a:r>
          </a:p>
          <a:p>
            <a:pPr>
              <a:defRPr sz="1400"/>
            </a:pPr>
            <a:r>
              <a:t>che m'ha fatto cercar lo tuo volume.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Tu se' lo mio maestro e 'l mio autore,</a:t>
            </a:r>
          </a:p>
          <a:p>
            <a:pPr>
              <a:defRPr sz="1400"/>
            </a:pPr>
            <a:r>
              <a:t>tu se' solo colui da cu' io tolsi</a:t>
            </a:r>
          </a:p>
          <a:p>
            <a:pPr>
              <a:defRPr sz="1400"/>
            </a:pPr>
            <a:r>
              <a:t>lo bello stilo che m'ha fatto onore.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Vedi la bestia per cu' io mi volsi;</a:t>
            </a:r>
          </a:p>
          <a:p>
            <a:pPr>
              <a:defRPr sz="1400"/>
            </a:pPr>
            <a:r>
              <a:t>aiutami da lei, famoso saggio,</a:t>
            </a:r>
          </a:p>
          <a:p>
            <a:pPr>
              <a:defRPr sz="1400"/>
            </a:pPr>
            <a:r>
              <a:t>ch'ella mi fa tremar le vene e i polsi".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"A te convien tenere altro vïaggio",</a:t>
            </a:r>
          </a:p>
          <a:p>
            <a:pPr>
              <a:defRPr sz="1400"/>
            </a:pPr>
            <a:r>
              <a:t>rispuose, poi che lagrimar mi vide,</a:t>
            </a:r>
          </a:p>
          <a:p>
            <a:pPr>
              <a:defRPr sz="1400"/>
            </a:pPr>
            <a:r>
              <a:t>"se vuo' campar d'esto loco selvaggio;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ché questa bestia, per la qual tu gride,</a:t>
            </a:r>
          </a:p>
          <a:p>
            <a:pPr>
              <a:defRPr sz="1400"/>
            </a:pPr>
            <a:r>
              <a:t>non lascia altrui passar per la sua via,</a:t>
            </a:r>
          </a:p>
          <a:p>
            <a:pPr>
              <a:defRPr sz="1400"/>
            </a:pPr>
            <a:r>
              <a:t>ma tanto lo 'mpedisce che l'uccide;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e ha natura sì malvagia e ria,</a:t>
            </a:r>
          </a:p>
          <a:p>
            <a:pPr>
              <a:defRPr sz="1400"/>
            </a:pPr>
            <a:r>
              <a:t>che mai non empie la bramosa voglia,</a:t>
            </a:r>
          </a:p>
          <a:p>
            <a:pPr>
              <a:defRPr sz="1400"/>
            </a:pPr>
            <a:r>
              <a:t>e dopo 'l pasto ha più fame che pria.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Molti son li animali a cui s'ammoglia,</a:t>
            </a:r>
          </a:p>
          <a:p>
            <a:pPr>
              <a:defRPr sz="1400"/>
            </a:pPr>
            <a:r>
              <a:t>e più saranno ancora, infin che 'l veltro</a:t>
            </a:r>
          </a:p>
          <a:p>
            <a:pPr>
              <a:defRPr sz="1400"/>
            </a:pPr>
            <a:r>
              <a:t>verrà, che la farà morir con doglia.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Questi non ciberà terra né peltro,</a:t>
            </a:r>
          </a:p>
          <a:p>
            <a:pPr>
              <a:defRPr sz="1400"/>
            </a:pPr>
            <a:r>
              <a:t>ma sapïenza, amore e virtute,</a:t>
            </a:r>
          </a:p>
          <a:p>
            <a:pPr>
              <a:defRPr sz="1400"/>
            </a:pPr>
            <a:r>
              <a:t>e sua nazion sarà tra feltro e feltro.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Di quella umile Italia fia salute</a:t>
            </a:r>
          </a:p>
          <a:p>
            <a:pPr>
              <a:defRPr sz="1400"/>
            </a:pPr>
            <a:r>
              <a:t>per cui morì la vergine Cammilla,</a:t>
            </a:r>
          </a:p>
          <a:p>
            <a:pPr>
              <a:defRPr sz="1400"/>
            </a:pPr>
            <a:r>
              <a:t>Eurialo e Turno e Niso di ferute.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Questi la caccerà per ogne villa,</a:t>
            </a:r>
          </a:p>
          <a:p>
            <a:pPr>
              <a:defRPr sz="1400"/>
            </a:pPr>
            <a:r>
              <a:t>fin che l'avrà rimessa ne lo 'nferno,</a:t>
            </a:r>
          </a:p>
          <a:p>
            <a:pPr>
              <a:defRPr sz="1400"/>
            </a:pPr>
            <a:r>
              <a:t>là onde 'nvidia prima dipartilla.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Ond'io per lo tuo me' penso e discerno</a:t>
            </a:r>
          </a:p>
          <a:p>
            <a:pPr>
              <a:defRPr sz="1400"/>
            </a:pPr>
            <a:r>
              <a:t>che tu mi segui, e io sarò tua guida,</a:t>
            </a:r>
          </a:p>
          <a:p>
            <a:pPr>
              <a:defRPr sz="1400"/>
            </a:pPr>
            <a:r>
              <a:t>e trarrotti di qui per loco etterno;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ove udirai le disperate strida,</a:t>
            </a:r>
          </a:p>
          <a:p>
            <a:pPr>
              <a:defRPr sz="1400"/>
            </a:pPr>
            <a:r>
              <a:t>vedrai li antichi spiriti dolenti,</a:t>
            </a:r>
          </a:p>
          <a:p>
            <a:pPr>
              <a:defRPr sz="1400"/>
            </a:pPr>
            <a:r>
              <a:t>ch'a la seconda morte ciascun grida;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e vederai color che son contenti</a:t>
            </a:r>
          </a:p>
          <a:p>
            <a:pPr>
              <a:defRPr sz="1400"/>
            </a:pPr>
            <a:r>
              <a:t>nel foco, perché speran di venire</a:t>
            </a:r>
          </a:p>
          <a:p>
            <a:pPr>
              <a:defRPr sz="1400"/>
            </a:pPr>
            <a:r>
              <a:t>quando che sia a le beate genti.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 le quai poi se tu vorrai salire,</a:t>
            </a:r>
          </a:p>
          <a:p>
            <a:pPr>
              <a:defRPr sz="1400"/>
            </a:pPr>
            <a:r>
              <a:t>anima fia a ciò più di me degna:</a:t>
            </a:r>
          </a:p>
          <a:p>
            <a:pPr>
              <a:defRPr sz="1400"/>
            </a:pPr>
            <a:r>
              <a:t>con lei ti lascerò nel mio partire;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ché quello imperador che là sù regna,</a:t>
            </a:r>
          </a:p>
          <a:p>
            <a:pPr>
              <a:defRPr sz="1400"/>
            </a:pPr>
            <a:r>
              <a:t>perch'i' fu' ribellante a la sua legge,</a:t>
            </a:r>
          </a:p>
          <a:p>
            <a:pPr>
              <a:defRPr sz="1400"/>
            </a:pPr>
            <a:r>
              <a:t>non vuol che 'n sua città per me si vegna.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In tutte parti impera e quivi regge;</a:t>
            </a:r>
          </a:p>
          <a:p>
            <a:pPr>
              <a:defRPr sz="1400"/>
            </a:pPr>
            <a:r>
              <a:t>quivi è la sua città e l'alto seggio:</a:t>
            </a:r>
          </a:p>
          <a:p>
            <a:pPr>
              <a:defRPr sz="1400"/>
            </a:pPr>
            <a:r>
              <a:t>oh felice colui cu' ivi elegge!".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E io a lui: "Poeta, io ti richeggio</a:t>
            </a:r>
          </a:p>
          <a:p>
            <a:pPr>
              <a:defRPr sz="1400"/>
            </a:pPr>
            <a:r>
              <a:t>per quello Dio che tu non conoscesti,</a:t>
            </a:r>
          </a:p>
          <a:p>
            <a:pPr>
              <a:defRPr sz="1400"/>
            </a:pPr>
            <a:r>
              <a:t>acciò ch'io fugga questo male e peggio,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che tu mi meni là dov'or dicesti,</a:t>
            </a:r>
          </a:p>
          <a:p>
            <a:pPr>
              <a:defRPr sz="1400"/>
            </a:pPr>
            <a:r>
              <a:t>sì ch'io veggia la porta di san Pietro</a:t>
            </a:r>
          </a:p>
          <a:p>
            <a:pPr>
              <a:defRPr sz="1400"/>
            </a:pPr>
            <a:r>
              <a:t>e color cui tu fai cotanto mesti".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Allor si mosse, e io li tenni dietro.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